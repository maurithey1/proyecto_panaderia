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-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5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8FA98C">
              <a:alpha val="2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APT122  ·  DUOC UC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Panadería Online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Spa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 omnicanal (POS + E-commerce) para la gestión operativa, comercial y logística de una panadería artesanal.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9436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 </a:t>
            </a: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Meneses Cáceres  ·  Mauricio Muñoz Peña  ·  Matias Tapia Ampuero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 </a:t>
            </a: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Hernández Aliaga     </a:t>
            </a:r>
            <a:r>
              <a:rPr lang="en-US" sz="13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845820" y="212598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45820" y="21259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🥖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7452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sistema?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web integral que digitaliza la gestión operativa, comercial y logística de una panadería artesanal, integrando en una sola plataforma omnicanal el Punto de Venta (POS) físico y el canal E-commerce.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4617720"/>
            <a:ext cx="57607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registros manuales por procesos digitales, controlando stock en tiempo real por receta y entregando indicadores (KPIs) para la toma de decisiones.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0920" y="1783080"/>
            <a:ext cx="4370832" cy="4206240"/>
          </a:xfrm>
          <a:prstGeom prst="roundRect">
            <a:avLst>
              <a:gd name="adj" fmla="val 2609"/>
            </a:avLst>
          </a:prstGeom>
          <a:solidFill>
            <a:srgbClr val="2E1C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7266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PROYECTO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26680" y="2770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Panadería Online (Los Tres Spa)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26680" y="3264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2668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26680" y="4014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42702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Rojas López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26680" y="47640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50200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Panadería artesanal Los Tres Spa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26680" y="5513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26680" y="57698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18-08-2026 al 11-12-2026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Panadería Online · Los Tres Spa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panadería artesanal opera de forma 100% manual: ventas, inventario y recetas se gestionan a mano, lo que provoca: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00100" y="2834640"/>
            <a:ext cx="685800" cy="68580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00100" y="2834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54203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Mermas</a:t>
            </a:r>
            <a:r>
              <a:rPr lang="en-US" sz="15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registradas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91640" y="294436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insumos ni trazabilidad de pérdidas en producción.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652260" y="2834640"/>
            <a:ext cx="685800" cy="68580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652260" y="2834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43800" y="254203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y demoras en cobro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43800" y="294436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venta presencial es lento y propenso a descuadres de caja.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00100" y="4937760"/>
            <a:ext cx="685800" cy="68580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00100" y="4937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91640" y="464515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Desabastecimiento de insumos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91640" y="504748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alertas de stock mínimo ni planificación de compras.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389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6652260" y="4937760"/>
            <a:ext cx="685800" cy="68580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652260" y="4937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43800" y="464515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Nula visibilidad de KPIs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43800" y="504748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datos ni reportes para la toma de decisiones estratégicas.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Panadería Online · Los Tres Spa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234440"/>
          </a:xfrm>
          <a:prstGeom prst="roundRect">
            <a:avLst>
              <a:gd name="adj" fmla="val 8889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un sitio web que automatice los procesos de gestión operativa, comercial y logística de la panadería artesanal, reemplazando los procesos manuales.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1463040" y="3749040"/>
            <a:ext cx="640080" cy="64008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stock en tiempo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5074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el inventario por receta, evitando descuadres.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35661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4297680" y="3749040"/>
            <a:ext cx="640080" cy="64008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2976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Cotización de insumos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5074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cálculo de costos de materia prima.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5661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7132320" y="3749040"/>
            <a:ext cx="640080" cy="64008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13232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estratégicos (KPIs)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5074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indicadores para apoyar la toma de decisiones.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0" y="35661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9966960" y="3749040"/>
            <a:ext cx="640080" cy="640080"/>
          </a:xfrm>
          <a:prstGeom prst="ellipse">
            <a:avLst/>
          </a:prstGeom>
          <a:solidFill>
            <a:srgbClr val="8FA98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9669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09828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errores de caja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98280" y="5074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registros manuales por procesos digitales seguros.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Panadería Online · Los Tres Spa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contempla 8 módulos funcionales: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527048" y="21945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52704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Inventario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361688" y="21945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36168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807208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Pedidos (E-commerce)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196328" y="21945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19632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807208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(POS)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1120" y="2057400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10030968" y="21945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003096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52560" y="2807208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Producción, Insumos y Mermas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1527048" y="381304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1527048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4425696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y Entregas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3675888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361688" y="381304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361688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83280" y="4425696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 (CRM)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3675888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7196328" y="381304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7196328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17920" y="4425696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y Reportes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61120" y="3675888"/>
            <a:ext cx="268833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10030968" y="381304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10030968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52560" y="4425696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Roles y Config.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2E1C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clave:  </a:t>
            </a: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del POS ante caídas de internet · disponibilidad de la API del SII · cifrado de recetas confidenciales · cobertura de la API de Google Maps.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Panadería Online · Los Tres Spa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Hitos (Etapas de Desarrollo)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bajo metodología Scrum · 18-08-2026 al 11-12-2026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381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30936" y="396849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3093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 y Requerimientos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23697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inicial, actores y alcance del proyecto.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34056" y="396849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73405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11680" y="448056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2103120" y="45537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AGO–SEP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47914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Modelado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534009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Backlog, modelo de BD y diagramas 4+1.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37176" y="396849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83717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14800" y="23774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206240" y="2450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06240" y="268833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1: Módulos Core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23697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Catálogo, Inventario y POS.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40296" y="396849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94029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448056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309360" y="45537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47914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2: E-commerce y CRM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534009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online, logística y gestión de clientes.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43416" y="396849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904341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21040" y="23774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8412480" y="2450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12480" y="268833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y Ciberseguridad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12480" y="323697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calidad, seguridad y roles de acceso.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146536" y="396849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1114653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088575" y="448056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10180015" y="45537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DIC 2026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180015" y="47914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Final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180015" y="534009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cierre del proyecto.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Panadería Online · Los Tres Spa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789920" y="-1371600"/>
            <a:ext cx="3200400" cy="3200400"/>
          </a:xfrm>
          <a:prstGeom prst="ellipse">
            <a:avLst/>
          </a:prstGeom>
          <a:solidFill>
            <a:srgbClr val="8FA98C">
              <a:alpha val="1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0292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transformará la operación manual de Los Tres Spa en un ecosistema digital omnicanal, reduciendo errores de caja, controlando mermas por receta y entregando visibilidad estratégica del negocio a través de KPIs.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bajo metodología Scrum, con foco en calidad y ciberseguridad de datos y recetas, el sistema entrega una base sólida para escalar la relación de la panadería con sus clientes.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5074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5074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2648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desarrollo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Panadería Online · Los Tres Spa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694</Words>
  <Application>Microsoft Office PowerPoint</Application>
  <PresentationFormat>Panorámica</PresentationFormat>
  <Paragraphs>131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WALTER ANDRES MENESES MENESES</cp:lastModifiedBy>
  <cp:revision>2</cp:revision>
  <dcterms:created xsi:type="dcterms:W3CDTF">2026-09-01T03:54:20Z</dcterms:created>
  <dcterms:modified xsi:type="dcterms:W3CDTF">2026-09-01T04:22:28Z</dcterms:modified>
</cp:coreProperties>
</file>